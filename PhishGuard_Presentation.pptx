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3864"/>
                </a:solidFill>
                <a:latin typeface="Calibri"/>
              </a:rPr>
              <a:t>Training Logloss vs Iteration (1000 boosting rounds)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Logloss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  <c:pt idx="31">
                    <c:v>310</c:v>
                  </c:pt>
                  <c:pt idx="32">
                    <c:v>320</c:v>
                  </c:pt>
                  <c:pt idx="33">
                    <c:v>330</c:v>
                  </c:pt>
                  <c:pt idx="34">
                    <c:v>340</c:v>
                  </c:pt>
                  <c:pt idx="35">
                    <c:v>350</c:v>
                  </c:pt>
                  <c:pt idx="36">
                    <c:v>360</c:v>
                  </c:pt>
                  <c:pt idx="37">
                    <c:v>370</c:v>
                  </c:pt>
                  <c:pt idx="38">
                    <c:v>380</c:v>
                  </c:pt>
                  <c:pt idx="39">
                    <c:v>390</c:v>
                  </c:pt>
                  <c:pt idx="40">
                    <c:v>400</c:v>
                  </c:pt>
                  <c:pt idx="41">
                    <c:v>410</c:v>
                  </c:pt>
                  <c:pt idx="42">
                    <c:v>420</c:v>
                  </c:pt>
                  <c:pt idx="43">
                    <c:v>430</c:v>
                  </c:pt>
                  <c:pt idx="44">
                    <c:v>440</c:v>
                  </c:pt>
                  <c:pt idx="45">
                    <c:v>450</c:v>
                  </c:pt>
                  <c:pt idx="46">
                    <c:v>460</c:v>
                  </c:pt>
                  <c:pt idx="47">
                    <c:v>470</c:v>
                  </c:pt>
                  <c:pt idx="48">
                    <c:v>480</c:v>
                  </c:pt>
                  <c:pt idx="49">
                    <c:v>490</c:v>
                  </c:pt>
                  <c:pt idx="50">
                    <c:v>500</c:v>
                  </c:pt>
                  <c:pt idx="51">
                    <c:v>510</c:v>
                  </c:pt>
                  <c:pt idx="52">
                    <c:v>520</c:v>
                  </c:pt>
                  <c:pt idx="53">
                    <c:v>530</c:v>
                  </c:pt>
                  <c:pt idx="54">
                    <c:v>540</c:v>
                  </c:pt>
                  <c:pt idx="55">
                    <c:v>550</c:v>
                  </c:pt>
                  <c:pt idx="56">
                    <c:v>560</c:v>
                  </c:pt>
                  <c:pt idx="57">
                    <c:v>570</c:v>
                  </c:pt>
                  <c:pt idx="58">
                    <c:v>580</c:v>
                  </c:pt>
                  <c:pt idx="59">
                    <c:v>590</c:v>
                  </c:pt>
                  <c:pt idx="60">
                    <c:v>600</c:v>
                  </c:pt>
                  <c:pt idx="61">
                    <c:v>610</c:v>
                  </c:pt>
                  <c:pt idx="62">
                    <c:v>620</c:v>
                  </c:pt>
                  <c:pt idx="63">
                    <c:v>630</c:v>
                  </c:pt>
                  <c:pt idx="64">
                    <c:v>640</c:v>
                  </c:pt>
                  <c:pt idx="65">
                    <c:v>650</c:v>
                  </c:pt>
                  <c:pt idx="66">
                    <c:v>660</c:v>
                  </c:pt>
                  <c:pt idx="67">
                    <c:v>670</c:v>
                  </c:pt>
                  <c:pt idx="68">
                    <c:v>680</c:v>
                  </c:pt>
                  <c:pt idx="69">
                    <c:v>690</c:v>
                  </c:pt>
                  <c:pt idx="70">
                    <c:v>700</c:v>
                  </c:pt>
                  <c:pt idx="71">
                    <c:v>710</c:v>
                  </c:pt>
                  <c:pt idx="72">
                    <c:v>720</c:v>
                  </c:pt>
                  <c:pt idx="73">
                    <c:v>730</c:v>
                  </c:pt>
                  <c:pt idx="74">
                    <c:v>740</c:v>
                  </c:pt>
                  <c:pt idx="75">
                    <c:v>750</c:v>
                  </c:pt>
                  <c:pt idx="76">
                    <c:v>760</c:v>
                  </c:pt>
                  <c:pt idx="77">
                    <c:v>770</c:v>
                  </c:pt>
                  <c:pt idx="78">
                    <c:v>780</c:v>
                  </c:pt>
                  <c:pt idx="79">
                    <c:v>790</c:v>
                  </c:pt>
                  <c:pt idx="80">
                    <c:v>800</c:v>
                  </c:pt>
                  <c:pt idx="81">
                    <c:v>810</c:v>
                  </c:pt>
                  <c:pt idx="82">
                    <c:v>820</c:v>
                  </c:pt>
                  <c:pt idx="83">
                    <c:v>830</c:v>
                  </c:pt>
                  <c:pt idx="84">
                    <c:v>840</c:v>
                  </c:pt>
                  <c:pt idx="85">
                    <c:v>850</c:v>
                  </c:pt>
                  <c:pt idx="86">
                    <c:v>860</c:v>
                  </c:pt>
                  <c:pt idx="87">
                    <c:v>870</c:v>
                  </c:pt>
                  <c:pt idx="88">
                    <c:v>880</c:v>
                  </c:pt>
                  <c:pt idx="89">
                    <c:v>890</c:v>
                  </c:pt>
                  <c:pt idx="90">
                    <c:v>900</c:v>
                  </c:pt>
                  <c:pt idx="91">
                    <c:v>910</c:v>
                  </c:pt>
                  <c:pt idx="92">
                    <c:v>920</c:v>
                  </c:pt>
                  <c:pt idx="93">
                    <c:v>930</c:v>
                  </c:pt>
                  <c:pt idx="94">
                    <c:v>940</c:v>
                  </c:pt>
                  <c:pt idx="95">
                    <c:v>950</c:v>
                  </c:pt>
                  <c:pt idx="96">
                    <c:v>960</c:v>
                  </c:pt>
                  <c:pt idx="97">
                    <c:v>970</c:v>
                  </c:pt>
                  <c:pt idx="98">
                    <c:v>980</c:v>
                  </c:pt>
                  <c:pt idx="99">
                    <c:v>990</c:v>
                  </c:pt>
                  <c:pt idx="100">
                    <c:v>999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0.2598698474</c:v>
                </c:pt>
                <c:pt idx="1">
                  <c:v>0.08538668767</c:v>
                </c:pt>
                <c:pt idx="2">
                  <c:v>0.05280554168</c:v>
                </c:pt>
                <c:pt idx="3">
                  <c:v>0.03908706453</c:v>
                </c:pt>
                <c:pt idx="4">
                  <c:v>0.03196954902</c:v>
                </c:pt>
                <c:pt idx="5">
                  <c:v>0.02837506018</c:v>
                </c:pt>
                <c:pt idx="6">
                  <c:v>0.02628948564</c:v>
                </c:pt>
                <c:pt idx="7">
                  <c:v>0.02437221959</c:v>
                </c:pt>
                <c:pt idx="8">
                  <c:v>0.02309888015</c:v>
                </c:pt>
                <c:pt idx="9">
                  <c:v>0.02264281276</c:v>
                </c:pt>
                <c:pt idx="10">
                  <c:v>0.02263970525</c:v>
                </c:pt>
                <c:pt idx="11">
                  <c:v>0.02263970525</c:v>
                </c:pt>
                <c:pt idx="12">
                  <c:v>0.02263836167</c:v>
                </c:pt>
                <c:pt idx="13">
                  <c:v>0.0225649246</c:v>
                </c:pt>
                <c:pt idx="14">
                  <c:v>0.02227646647</c:v>
                </c:pt>
                <c:pt idx="15">
                  <c:v>0.02151468789</c:v>
                </c:pt>
                <c:pt idx="16">
                  <c:v>0.02142359399</c:v>
                </c:pt>
                <c:pt idx="17">
                  <c:v>0.02113772065</c:v>
                </c:pt>
                <c:pt idx="18">
                  <c:v>0.02108242691</c:v>
                </c:pt>
                <c:pt idx="19">
                  <c:v>0.02097589897</c:v>
                </c:pt>
                <c:pt idx="20">
                  <c:v>0.02088040082</c:v>
                </c:pt>
                <c:pt idx="21">
                  <c:v>0.0208790276</c:v>
                </c:pt>
                <c:pt idx="22">
                  <c:v>0.02087813514</c:v>
                </c:pt>
                <c:pt idx="23">
                  <c:v>0.02084946932</c:v>
                </c:pt>
                <c:pt idx="24">
                  <c:v>0.02055745901</c:v>
                </c:pt>
                <c:pt idx="25">
                  <c:v>0.02055251259</c:v>
                </c:pt>
                <c:pt idx="26">
                  <c:v>0.02055193615</c:v>
                </c:pt>
                <c:pt idx="27">
                  <c:v>0.02055074351</c:v>
                </c:pt>
                <c:pt idx="28">
                  <c:v>0.02054938865</c:v>
                </c:pt>
                <c:pt idx="29">
                  <c:v>0.02054818225</c:v>
                </c:pt>
                <c:pt idx="30">
                  <c:v>0.02054818225</c:v>
                </c:pt>
                <c:pt idx="31">
                  <c:v>0.02054475506</c:v>
                </c:pt>
                <c:pt idx="32">
                  <c:v>0.02054239718</c:v>
                </c:pt>
                <c:pt idx="33">
                  <c:v>0.02053929038</c:v>
                </c:pt>
                <c:pt idx="34">
                  <c:v>0.02053683858</c:v>
                </c:pt>
                <c:pt idx="35">
                  <c:v>0.02053616022</c:v>
                </c:pt>
                <c:pt idx="36">
                  <c:v>0.02053309582</c:v>
                </c:pt>
                <c:pt idx="37">
                  <c:v>0.02053196728</c:v>
                </c:pt>
                <c:pt idx="38">
                  <c:v>0.02052229382</c:v>
                </c:pt>
                <c:pt idx="39">
                  <c:v>0.02052142789</c:v>
                </c:pt>
                <c:pt idx="40">
                  <c:v>0.02052035709</c:v>
                </c:pt>
                <c:pt idx="41">
                  <c:v>0.02051976376</c:v>
                </c:pt>
                <c:pt idx="42">
                  <c:v>0.02051866569</c:v>
                </c:pt>
                <c:pt idx="43">
                  <c:v>0.02051724917</c:v>
                </c:pt>
                <c:pt idx="44">
                  <c:v>0.02051578402</c:v>
                </c:pt>
                <c:pt idx="45">
                  <c:v>0.02051479666</c:v>
                </c:pt>
                <c:pt idx="46">
                  <c:v>0.02051368989</c:v>
                </c:pt>
                <c:pt idx="47">
                  <c:v>0.02051308981</c:v>
                </c:pt>
                <c:pt idx="48">
                  <c:v>0.02051224336</c:v>
                </c:pt>
                <c:pt idx="49">
                  <c:v>0.02051125324</c:v>
                </c:pt>
                <c:pt idx="50">
                  <c:v>0.02050838531</c:v>
                </c:pt>
                <c:pt idx="51">
                  <c:v>0.02050736472</c:v>
                </c:pt>
                <c:pt idx="52">
                  <c:v>0.02050601032</c:v>
                </c:pt>
                <c:pt idx="53">
                  <c:v>0.02050466294</c:v>
                </c:pt>
                <c:pt idx="54">
                  <c:v>0.02047505955</c:v>
                </c:pt>
                <c:pt idx="55">
                  <c:v>0.02047416352</c:v>
                </c:pt>
                <c:pt idx="56">
                  <c:v>0.02047350693</c:v>
                </c:pt>
                <c:pt idx="57">
                  <c:v>0.02047300913</c:v>
                </c:pt>
                <c:pt idx="58">
                  <c:v>0.02047181055</c:v>
                </c:pt>
                <c:pt idx="59">
                  <c:v>0.02047069915</c:v>
                </c:pt>
                <c:pt idx="60">
                  <c:v>0.02046977081</c:v>
                </c:pt>
                <c:pt idx="61">
                  <c:v>0.02046842162</c:v>
                </c:pt>
                <c:pt idx="62">
                  <c:v>0.02042517148</c:v>
                </c:pt>
                <c:pt idx="63">
                  <c:v>0.02042353519</c:v>
                </c:pt>
                <c:pt idx="64">
                  <c:v>0.02042211319</c:v>
                </c:pt>
                <c:pt idx="65">
                  <c:v>0.02042117847</c:v>
                </c:pt>
                <c:pt idx="66">
                  <c:v>0.02042021844</c:v>
                </c:pt>
                <c:pt idx="67">
                  <c:v>0.02041909336</c:v>
                </c:pt>
                <c:pt idx="68">
                  <c:v>0.02041855699</c:v>
                </c:pt>
                <c:pt idx="69">
                  <c:v>0.02041761512</c:v>
                </c:pt>
                <c:pt idx="70">
                  <c:v>0.02041717588</c:v>
                </c:pt>
                <c:pt idx="71">
                  <c:v>0.02041639732</c:v>
                </c:pt>
                <c:pt idx="72">
                  <c:v>0.02041580994</c:v>
                </c:pt>
                <c:pt idx="73">
                  <c:v>0.02041465381</c:v>
                </c:pt>
                <c:pt idx="74">
                  <c:v>0.02041411511</c:v>
                </c:pt>
                <c:pt idx="75">
                  <c:v>0.02041296564</c:v>
                </c:pt>
                <c:pt idx="76">
                  <c:v>0.02041219074</c:v>
                </c:pt>
                <c:pt idx="77">
                  <c:v>0.02041075313</c:v>
                </c:pt>
                <c:pt idx="78">
                  <c:v>0.02040898428</c:v>
                </c:pt>
                <c:pt idx="79">
                  <c:v>0.02040792179</c:v>
                </c:pt>
                <c:pt idx="80">
                  <c:v>0.02040720987</c:v>
                </c:pt>
                <c:pt idx="81">
                  <c:v>0.02040602482</c:v>
                </c:pt>
                <c:pt idx="82">
                  <c:v>0.02040514005</c:v>
                </c:pt>
                <c:pt idx="83">
                  <c:v>0.02040387214</c:v>
                </c:pt>
                <c:pt idx="84">
                  <c:v>0.02040277415</c:v>
                </c:pt>
                <c:pt idx="85">
                  <c:v>0.02040171497</c:v>
                </c:pt>
                <c:pt idx="86">
                  <c:v>0.02040063645</c:v>
                </c:pt>
                <c:pt idx="87">
                  <c:v>0.02039960599</c:v>
                </c:pt>
                <c:pt idx="88">
                  <c:v>0.02039893313</c:v>
                </c:pt>
                <c:pt idx="89">
                  <c:v>0.02039789052</c:v>
                </c:pt>
                <c:pt idx="90">
                  <c:v>0.02039720474</c:v>
                </c:pt>
                <c:pt idx="91">
                  <c:v>0.02039641894</c:v>
                </c:pt>
                <c:pt idx="92">
                  <c:v>0.0203951823</c:v>
                </c:pt>
                <c:pt idx="93">
                  <c:v>0.02039453276</c:v>
                </c:pt>
                <c:pt idx="94">
                  <c:v>0.0203929915</c:v>
                </c:pt>
                <c:pt idx="95">
                  <c:v>0.02039136258</c:v>
                </c:pt>
                <c:pt idx="96">
                  <c:v>0.02038979351</c:v>
                </c:pt>
                <c:pt idx="97">
                  <c:v>0.02038935054</c:v>
                </c:pt>
                <c:pt idx="98">
                  <c:v>0.02038844118</c:v>
                </c:pt>
                <c:pt idx="99">
                  <c:v>0.02038776742</c:v>
                </c:pt>
                <c:pt idx="100">
                  <c:v>0.02038722381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0"/>
            <a:ext cx="4114800" cy="6858000"/>
          </a:xfrm>
          <a:prstGeom prst="rtTriangl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5695" y="0"/>
            <a:ext cx="2286000" cy="6858000"/>
          </a:xfrm>
          <a:prstGeom prst="rtTriangle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Multi-Layered Cyber Threat Intelligence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Real-Time Phishing URL Detection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Bhavana Poli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Course  •  Academic Year 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7190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single-model phishing detection is no longer enough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2402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5877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1089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456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existing detection techniques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977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325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defence-in-depth design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4846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Modules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5193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cyber-security signals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371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1371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and verdict bands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240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95160" y="2240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2587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libraries and tools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108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95160" y="31089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UI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3456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walkthrough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977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95160" y="3977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43251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and end-to-end tests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8463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95160" y="48463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95160" y="5193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and the road ahead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109728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630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743200" y="14630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phishing URLs reported per quarter (APWG)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12064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109728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~24h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2743200" y="3063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time-to-takedown after detection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12064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572000"/>
            <a:ext cx="109728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634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2743200" y="46634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technique reported to CERT-In every year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371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front door of the modern threat landscape.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spin up cheap, short-lived domains to harvest credentials before defenders can respond. Conventional defences typically rely on a single technique — a static blocklist or one machine-learning classifier — and both can be evaded. A modern phishing-detection system needs multiple independent signals working together.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4937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"Defence in depth is not optional — it is the cost of entry."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Why the Baseline Is Not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Gradient Boosting Classifier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No second opinion — one classifier, one verdict.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Ignores out-of-band evidence (WHOIS, DNS, threat intel).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No audit trail or analyst workflow.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No input validation, logging, or graceful degradation.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Easily evaded by tuning surface URL features.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Defence-in-Depth Platform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Five independent detection signals run in parallel.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External corroboration via Google Safe Browsing, VirusTotal, PhishTank.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Weighted aggregator produces a single risk verdict.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SIEM-style SQLite audit store and analyst dashboard.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Graceful degradation when any one source is unavailable.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9012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9012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Multiple Signals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at least five independent cybersecurity detection techniques into one platform.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98064" y="155448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88436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8436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35224" y="28346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Aggregation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35224" y="38404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multi-engine scoring inspired by Defender SmartScreen, Cisco Talos.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47488" y="155448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37860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78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84648" y="28346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SIEM-Style Audit Trail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84648" y="38404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scan to SQLite; expose analyst dashboard with KPIs and history.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6912" y="155448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87284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7284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34072" y="28346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Interface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38404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both an interactive web UI and a programmatic JSON API.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46336" y="155448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36708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36708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683496" y="28346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83496" y="38404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when any external source is unreachable.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Approaches to Phishing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08813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PhishTank, Google Safe Browsing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precision on known URLs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Reactive; lags fresh attacks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10881360" cy="777240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60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/ Rules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age, brand-in-path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explainable, easy to extend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positives; evaded by variation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337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et al. dataset (UCI)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to unseen lexical patterns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drift; ignores external evidence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0881360" cy="777240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Reference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hashing, brand corpora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brand impersonation directly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reference corpus; misses generic kits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10881360" cy="777240"/>
          </a:xfrm>
          <a:prstGeom prst="rect">
            <a:avLst/>
          </a:prstGeom>
          <a:solidFill>
            <a:srgbClr val="D5E8F0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Fusion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51760" y="4892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SmartScreen, VirusTotal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892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strengths of all of the above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892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 and operational cost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adopts the Multi-Engine Fusion model — combining a blocklist channel, a threat-intel channel, WHOIS and DNS forensics, typosquatting detection, and one ML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defence-in-depth — five independent signals feed a weighted aggregator and a persistent audit store.</a:t>
            </a:r>
            <a:endParaRPr lang="en-US" sz="1300" dirty="0"/>
          </a:p>
        </p:txBody>
      </p:sp>
      <p:pic>
        <p:nvPicPr>
          <p:cNvPr id="8" name="Image 0" descr="/home/claude/diagram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928" y="160020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Modules — Five Independent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211226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Signal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lexical features, 11,054 URL training 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3252" y="480060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98064" y="137160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98064" y="1371600"/>
            <a:ext cx="211226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35224" y="20574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Lookups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35224" y="251460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 · VirusTotal · PhishTank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22676" y="480060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2676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0.35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47488" y="1371600"/>
            <a:ext cx="211226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84648" y="20574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Forensics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251460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 · registrar · privacy proxy detection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72100" y="480060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2100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96912" y="137160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96912" y="1371600"/>
            <a:ext cx="211226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34072" y="20574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34072" y="251460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A/MX/NS/TXT · SPF/DMARC · fast-flux check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21524" y="480060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1524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546336" y="1371600"/>
            <a:ext cx="2112264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46336" y="1371600"/>
            <a:ext cx="211226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83496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83496" y="205740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Impersonation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83496" y="251460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· IDN homoglyphs · subdomain abuse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70948" y="480060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0948" y="4800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self-contained — failure in one never blocks the rest. New modules can be added without touching existing code.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Aggregator — Weighted Scoring &amp; Verdict Bands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final score is computed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109728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FinalScore  =  Σ  ( signal_score  ×  weight 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override:  TI = malicious  ⇒  verdict ≥ SUSPICIOUS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Weights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657600"/>
            <a:ext cx="3383280" cy="20116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3657600"/>
            <a:ext cx="338328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041648"/>
            <a:ext cx="3383280" cy="20116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041648"/>
            <a:ext cx="1933303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950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34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4425696"/>
            <a:ext cx="3383280" cy="20116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425696"/>
            <a:ext cx="1933303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334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18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4809744"/>
            <a:ext cx="3383280" cy="20116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809744"/>
            <a:ext cx="1449977" cy="201168"/>
          </a:xfrm>
          <a:prstGeom prst="rect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47183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102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0" y="5193792"/>
            <a:ext cx="3383280" cy="20116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5193792"/>
            <a:ext cx="966651" cy="201168"/>
          </a:xfrm>
          <a:prstGeom prst="rect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51023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Bands  (0 – 100)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0" y="1828800"/>
            <a:ext cx="5029200" cy="868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1828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0" y="1828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0" y="2834640"/>
            <a:ext cx="502920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834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29600" y="2834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RISK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583680" y="3840480"/>
            <a:ext cx="50292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840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29600" y="3840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583680" y="4846320"/>
            <a:ext cx="50292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846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100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229600" y="4846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109728" cy="2377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language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2.0+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framework, routing, templating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store, indexed scan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280160"/>
            <a:ext cx="109728" cy="2377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CatBoost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239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python-whois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lookups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dnspython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MX / NS / TXT / PTR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bs4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2396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fetch &amp; DOM parsing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840480"/>
            <a:ext cx="109728" cy="2377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 INTELLIGENCE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 v4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malicious-URL feed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v3 API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0896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AV-engine consensus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PhishTank local feed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10896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blocklist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8404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840480"/>
            <a:ext cx="109728" cy="2377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TOOLING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2396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SOC-style UI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82396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VS Code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2396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Working Product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4114800" cy="822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914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Python, HTML, CSS,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114800" cy="822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914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2834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modules in a /modules/ package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4114800" cy="822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94760"/>
            <a:ext cx="914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endpoints  (/api/v1/scan, /stats)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4114800" cy="822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54880"/>
            <a:ext cx="914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10312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verdicts validated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280160"/>
            <a:ext cx="6583680" cy="5029200"/>
          </a:xfrm>
          <a:prstGeom prst="rect">
            <a:avLst/>
          </a:prstGeom>
          <a:solidFill>
            <a:srgbClr val="F4F8FB"/>
          </a:solidFill>
          <a:ln w="25400">
            <a:solidFill>
              <a:srgbClr val="2E75B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029200" y="3337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]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0" y="3886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Scanner – verdict card + module panels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CatBoost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2801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1280160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12801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64040" y="12801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iterations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212140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2121408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21214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0.2599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464040" y="212140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 logloss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296265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2962656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296265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464040" y="296265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logloss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80960" y="380390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0" y="3803904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380390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464040" y="380390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URLs in dataset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464515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0" y="4645152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0" y="46451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464040" y="4645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content features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80960" y="54864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0" y="5486400"/>
            <a:ext cx="73152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0" y="54864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s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464040" y="54864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wall-clock training 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Verdicts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behaviour across the full risk spectrum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4415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298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10944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94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https://www.google.com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228600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298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1094415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974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https://www.github.com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78892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2980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110944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00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http://g00gle.com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329184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11094415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7033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http://аpple.com  (Cyrillic а)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379476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2980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100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110944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http://paypa1-secure-login.com/verify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429768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2980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11094415" cy="502920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091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http://faceb00k-account-recovery.tk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480060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29800" y="4709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100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110944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2120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http://login.paypal.com.evil-site.tk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60920" y="5303520"/>
            <a:ext cx="2011680" cy="320040"/>
          </a:xfrm>
          <a:prstGeom prst="roundRect">
            <a:avLst>
              <a:gd name="adj" fmla="val 5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5303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29800" y="5212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100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homograph (Cyrillic) and brand-as-subdomain URLs resolve cleanly in DNS and appear in no blocklist; only the dedicated typosquatting module surfaces the threat. This is precisely the value defence-in-depth provides.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— A Multi-Layered Cyber Threat Intelligence 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solidFill>
            <a:srgbClr val="F4F8FB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Reproducible defence-in-depth architecture combining five independent signals.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Threat-intelligence integration covering both online and offline sources.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Pure-Python typosquatting engine including IDN-homograph detection.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SIEM-style SQLite audit store and analyst dashboard.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Graceful degradation under partial outages.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Polished UI + JSON API for both human and machine 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486400" cy="4937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PhishGuard can go next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Headless-browser sandbox to capture redirect chains and rendered screenshots.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Email-header analyser (SPF / DKIM / DMARC alignment).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Chrome browser extension that calls /api/v1/scan automatically.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Meta-classifier learned over aggregator inputs instead of fixed weights.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Daily auto-refresh of PhishTank / OpenPhish feeds.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4114800" cy="6858000"/>
          </a:xfrm>
          <a:prstGeom prst="rtTriangl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0" y="0"/>
            <a:ext cx="2286000" cy="6858000"/>
          </a:xfrm>
          <a:prstGeom prst="rtTriangle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&amp; 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81448" y="4389120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 •  Cyber Security Project  •  Bhavana Poli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Multi-Layered Cyber Threat Intelligence Framework for Real-Time Phishing URL Detection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— Project Presentation</dc:title>
  <dc:subject>PptxGenJS Presentation</dc:subject>
  <dc:creator>Bhavana Poli</dc:creator>
  <cp:lastModifiedBy>Bhavana Poli</cp:lastModifiedBy>
  <cp:revision>1</cp:revision>
  <dcterms:created xsi:type="dcterms:W3CDTF">2026-05-20T18:25:59Z</dcterms:created>
  <dcterms:modified xsi:type="dcterms:W3CDTF">2026-05-20T18:25:59Z</dcterms:modified>
</cp:coreProperties>
</file>